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C2FD21-8439-4697-86B2-AD61AEA1E370}">
          <p14:sldIdLst>
            <p14:sldId id="256"/>
            <p14:sldId id="257"/>
          </p14:sldIdLst>
        </p14:section>
        <p14:section name="Untitled Section" id="{B775408F-2DF4-4A10-AD37-8A77095F9F39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1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37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630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60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88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22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346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675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6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9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6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8355E-37A5-4A4D-A82E-1CB6047CD05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AFFFC-F399-4B04-8018-3E968A2BC8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09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F5A59F-52F7-421F-B490-ECD425AD2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" y="0"/>
            <a:ext cx="9692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71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660FE8-C752-440F-9825-7F7BABC18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" y="0"/>
            <a:ext cx="9692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28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A4 Paper (210x297 mm)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Ashley Hiscocks (Archbishop McGrath Catholic High School)</dc:creator>
  <cp:lastModifiedBy>Ashley Hiscocks (Archbishop McGrath Catholic High School)</cp:lastModifiedBy>
  <cp:revision>1</cp:revision>
  <dcterms:created xsi:type="dcterms:W3CDTF">2026-10-02T07:09:20Z</dcterms:created>
  <dcterms:modified xsi:type="dcterms:W3CDTF">2026-10-02T07:10:20Z</dcterms:modified>
</cp:coreProperties>
</file>