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68"/>
  </p:normalViewPr>
  <p:slideViewPr>
    <p:cSldViewPr snapToGrid="0">
      <p:cViewPr varScale="1">
        <p:scale>
          <a:sx n="91" d="100"/>
          <a:sy n="91" d="100"/>
        </p:scale>
        <p:origin x="192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006A7-BE05-B2EE-EAD8-405E12CE41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19B756-AA6F-732B-6860-0E0C6B8420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036D6F-365C-6DDB-849C-E5AE33543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40216-D44E-7A44-A43D-8CD85801F61C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0B7C2-FF8F-CB0C-3848-06C9A0793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B64014-B6E3-0F13-E6ED-047A516D4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18B1D-BC04-2143-941A-75666C4E1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961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013F6-39AC-FF16-BEA8-966E3495E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3C332-39DA-89E0-6CF1-6D2344E829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7AF68B-A370-AB44-38EA-69BB8FA32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40216-D44E-7A44-A43D-8CD85801F61C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928D2E-0790-E82B-DFA2-211359AF8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4AC35C-88B1-4ED6-174B-02205ABE6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18B1D-BC04-2143-941A-75666C4E1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375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9D696-BD32-CC10-06E9-FD44547CC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83FF17-621E-3791-526C-27C8E6B16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FA9BB7-DC9A-9F95-A0CA-9F95133B4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40216-D44E-7A44-A43D-8CD85801F61C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F1B70B-50D3-94EA-C6A6-7C3F89353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FA81A-18DF-D4B9-A699-D9B83FFA7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18B1D-BC04-2143-941A-75666C4E1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96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364EC-99CD-8B00-88D5-52CEE2470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BF5F0B-839E-EE89-85C9-97646260DF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9F028F-26E0-D5EF-F0E8-DFC3F8D633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2B6C8F-EF5E-CE5A-7F71-1D79D68B3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40216-D44E-7A44-A43D-8CD85801F61C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1B1443-C0C2-C802-7CC3-35BF15ED7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AFF49D-A52E-2A99-5382-82E37A480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18B1D-BC04-2143-941A-75666C4E1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828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EDBD3-FB02-FBA9-BDE1-7194B1E91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6AF139-7E05-8D97-CA4C-C8C5AFEABB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246C08-9850-4235-FE73-0FEE82C5E8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63C86B-8FB5-6663-772B-AAEBE9C769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DF2152-5EB5-35F4-1E83-D0635197DC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E5856A-5F46-EC5A-F49D-13D1F262D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40216-D44E-7A44-A43D-8CD85801F61C}" type="datetimeFigureOut">
              <a:rPr lang="en-US" smtClean="0"/>
              <a:t>10/1/26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5B49AE-D3DD-8C97-1526-E4485EBC1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E7FBAE-C769-9133-F8B9-D2C1BA822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18B1D-BC04-2143-941A-75666C4E1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96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4D24B-CAE6-E804-BD2F-083FBD6C4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D6A97A-1996-FB3D-4B90-118BEE33B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40216-D44E-7A44-A43D-8CD85801F61C}" type="datetimeFigureOut">
              <a:rPr lang="en-US" smtClean="0"/>
              <a:t>10/1/26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D06AE3-B86A-A331-CB97-A000FDBFF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9BDAA4-E3E8-CE50-AC59-B8EA8A596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18B1D-BC04-2143-941A-75666C4E1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5441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912AC7-CE1D-1918-FC8B-234272ED0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40216-D44E-7A44-A43D-8CD85801F61C}" type="datetimeFigureOut">
              <a:rPr lang="en-US" smtClean="0"/>
              <a:t>10/1/26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F4FC9F-CBCD-88F0-A128-E7353E1CC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049CCF-AD5F-17BF-A2B0-AD660437B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18B1D-BC04-2143-941A-75666C4E1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723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B1B59-B82B-439E-ADB6-26903B5E1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78FF9-5676-A811-88F9-8DFCED0B1C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2E2AC4-C9F4-D067-6F5B-D12F2227F6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A8E7EF-9C4D-1ECE-D42A-1FD9AB5C0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40216-D44E-7A44-A43D-8CD85801F61C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E0F61C-BCD0-D4B8-9312-B3DAE4DB1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0B132F-0B08-DFAC-2AD4-6E1669FB2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18B1D-BC04-2143-941A-75666C4E1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625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672A2-F733-67F6-9B79-464F1D393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20457F-44FA-A33D-5976-EBBCB1491BC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F4C987-E00D-C301-B13E-1B74EA4376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1C636A-62D2-92D4-5CC4-B68C6E543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40216-D44E-7A44-A43D-8CD85801F61C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7626AA-6391-CEF4-8F16-AEDEF5DF2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FCF6F2-29AD-9EC2-6338-8D66B7A07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18B1D-BC04-2143-941A-75666C4E1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7625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72E93-560D-0CED-9FD0-12AA07271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F7DB40-332C-203D-9B0A-A20DB260E4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CD0DC4-C6A8-3F4F-2EF9-945A2F72D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40216-D44E-7A44-A43D-8CD85801F61C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F03858-19C5-039B-7709-CB4EF75EA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1AE373-2BE0-5448-D2E4-C0487DAB1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18B1D-BC04-2143-941A-75666C4E1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478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6B53F0-67ED-697E-EA3C-82CCE2372C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575237-B2A5-342A-D247-6C0D6D2FFA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0982CC-D5D3-127D-7AC4-5A282768E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40216-D44E-7A44-A43D-8CD85801F61C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E8EC8A-0CF5-39E2-1DA5-CDD5A9290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8BC07B-BCC6-2F83-BBFF-A9949C11A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18B1D-BC04-2143-941A-75666C4E1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085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5292C4-22EF-5E53-758C-E45690A91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E331A9-2D26-43AC-1B2E-C9A0BDDF93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62240E-0EEA-02B3-98C0-24E5A41406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140216-D44E-7A44-A43D-8CD85801F61C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A23E7A-991B-48FC-D4C5-0E97C4981C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35B58F-75F1-8768-DBDB-BC6F5D4E3D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B18B1D-BC04-2143-941A-75666C4E1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995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4A32965-1C2D-C1E8-3502-5C9E4DB622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84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944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56BC0-05FE-3297-0743-DAC8FF91D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8D2C88-1763-59C2-C24C-5FC1627BC7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84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220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E82621-140E-23E6-5EE1-3A1977D6B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32545D-2B2F-18EF-4A12-0A6D4DA544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84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0401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5851A-1C89-2050-4BED-D64BE5006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576F11-5305-C332-289A-017F259E59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739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622AE-42AD-04DD-6B0A-76D002610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720622-B890-0A55-5B7E-1CF29D78A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550"/>
            <a:ext cx="12179720" cy="6847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31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27451-E015-1A91-228F-002F91966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61C1FC-32DA-6A92-C7F7-F4E6D8AD13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1817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443C4-09AD-3997-A199-753373B56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5FDFED-5907-993D-46FD-C922B088C6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8666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Macintosh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Ashley Hiscocks</dc:creator>
  <cp:lastModifiedBy>Ashley Hiscocks</cp:lastModifiedBy>
  <cp:revision>1</cp:revision>
  <dcterms:created xsi:type="dcterms:W3CDTF">2026-10-01T18:38:08Z</dcterms:created>
  <dcterms:modified xsi:type="dcterms:W3CDTF">2026-10-01T18:40:41Z</dcterms:modified>
</cp:coreProperties>
</file>