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5" r:id="rId2"/>
    <p:sldId id="260" r:id="rId3"/>
    <p:sldId id="261" r:id="rId4"/>
    <p:sldId id="262" r:id="rId5"/>
    <p:sldId id="263" r:id="rId6"/>
    <p:sldId id="257" r:id="rId7"/>
    <p:sldId id="258" r:id="rId8"/>
    <p:sldId id="264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C2B2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08"/>
    <p:restoredTop sz="94668"/>
  </p:normalViewPr>
  <p:slideViewPr>
    <p:cSldViewPr snapToGrid="0">
      <p:cViewPr varScale="1">
        <p:scale>
          <a:sx n="105" d="100"/>
          <a:sy n="105" d="100"/>
        </p:scale>
        <p:origin x="864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4EC5A1-A7D4-EB55-ED7C-1233EF94C60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0FA063E-161D-4B80-26B8-F2596456A0D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281330-2796-FE3E-3989-572628430D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97A87D-0F0A-A542-9B2C-B22AEC7EC83F}" type="datetimeFigureOut">
              <a:rPr lang="en-US" smtClean="0"/>
              <a:t>9/27/26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105C56-679B-840C-B501-43AFA3E85A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D6BA4E-4682-5C2D-2C15-55C7A4205C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A9E91B-48B1-CF4E-9F67-F7E4B9AD11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27197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4111FF-16DA-D192-24F6-14176457D2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A72656-2447-277E-BFB9-2D240AD859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13A2EE-1473-A909-2E68-70024265D1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97A87D-0F0A-A542-9B2C-B22AEC7EC83F}" type="datetimeFigureOut">
              <a:rPr lang="en-US" smtClean="0"/>
              <a:t>9/27/26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7FF6CE-54EA-D4AF-2C53-F20357F164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FED8B2-F890-59E1-83B2-EC8BF00A75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A9E91B-48B1-CF4E-9F67-F7E4B9AD11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06926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2F3672-3EA2-F123-3EF8-9286827EAF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A11CAE-B3D1-A543-5AEA-F8DECA6A8A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CAF6DF-FCE0-04F2-01A4-76BBA0A0B9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97A87D-0F0A-A542-9B2C-B22AEC7EC83F}" type="datetimeFigureOut">
              <a:rPr lang="en-US" smtClean="0"/>
              <a:t>9/27/26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DE25B7-36E9-6287-027B-42BD195477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B5BFC8-153D-6A71-C6F3-F6C7A4F2D6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A9E91B-48B1-CF4E-9F67-F7E4B9AD11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50089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F29C3D-DB49-812F-CF19-23D8C51E14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DB3DFB-36E7-3F8C-97AA-694F0E46187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DCD2849-05B9-1C56-6F58-308C265454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AD81DF6-107B-E25F-5BBD-2DEA59A6F5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97A87D-0F0A-A542-9B2C-B22AEC7EC83F}" type="datetimeFigureOut">
              <a:rPr lang="en-US" smtClean="0"/>
              <a:t>9/27/26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FF428CC-700D-7035-16FE-5542F3EA58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57A628D-30FA-CBDB-56DE-A31116CD70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A9E91B-48B1-CF4E-9F67-F7E4B9AD11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2313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D40823-FC19-DA5E-6FF3-AC8587F4E9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54F04D-35B6-8F9B-825D-755E4AE5EB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E688837-72B2-1EF3-1D11-894807D41A1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901274C-0A0E-C0B7-6C14-B2BA95AF364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7C47844-C251-A857-DCEC-717A1429F64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18A2FC3-4AAC-C66D-06A8-757AF78D5C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97A87D-0F0A-A542-9B2C-B22AEC7EC83F}" type="datetimeFigureOut">
              <a:rPr lang="en-US" smtClean="0"/>
              <a:t>9/27/26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B628811-CA48-4121-03BE-CBA953A5CD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A64C94C-CFD3-9CF2-D541-ACA675CD06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A9E91B-48B1-CF4E-9F67-F7E4B9AD11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55374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26323F-AFCB-4AFA-544E-D4FD75780A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8E36D98-3A0E-DDA6-3090-BD964C31A5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97A87D-0F0A-A542-9B2C-B22AEC7EC83F}" type="datetimeFigureOut">
              <a:rPr lang="en-US" smtClean="0"/>
              <a:t>9/27/26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82354BA-C52A-6BF2-C740-8CC90B0E00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13AB46E-9F6D-8211-B805-87BA9C629E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A9E91B-48B1-CF4E-9F67-F7E4B9AD11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12636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FD7BF5D-DB6D-31FB-1EA1-540A20D4EB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97A87D-0F0A-A542-9B2C-B22AEC7EC83F}" type="datetimeFigureOut">
              <a:rPr lang="en-US" smtClean="0"/>
              <a:t>9/27/26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D9478C3-4A4A-F8C3-1AEC-8173EC7BE7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EF63A1-A2F4-B5BA-58CD-F8E3F6C8A1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A9E91B-48B1-CF4E-9F67-F7E4B9AD11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96681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36C7C8-C028-E95C-C0C7-38FD2824F1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DEA3F3-F2BD-19B1-3D8B-2DBEE5A43B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2274666-2ECA-78F4-EC71-18DF6E4E71F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E2431E-B2E5-7CEA-E61A-D92E2D7609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97A87D-0F0A-A542-9B2C-B22AEC7EC83F}" type="datetimeFigureOut">
              <a:rPr lang="en-US" smtClean="0"/>
              <a:t>9/27/26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EF8FED2-1DF3-4E24-60CB-D81C643D8D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D3C771-4810-A024-4E9C-F753AEC895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A9E91B-48B1-CF4E-9F67-F7E4B9AD11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16958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9D37FB-C8FB-821F-5AD1-5783D708CD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BDB19C4-7D0B-C994-35AE-BFD860F7464F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E115226-6596-8C40-61C1-C106393D6BB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9B4FEF2-48E5-9CA2-80CF-F758FFA6D2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97A87D-0F0A-A542-9B2C-B22AEC7EC83F}" type="datetimeFigureOut">
              <a:rPr lang="en-US" smtClean="0"/>
              <a:t>9/27/26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2D5092D-E757-FCE4-DDA9-67FA588B82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06CE8C8-B0DB-1386-FEE7-2E5A1BD9B5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A9E91B-48B1-CF4E-9F67-F7E4B9AD11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88927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CF4F50-6317-856D-325A-1E37E92398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DD5E4D-D8C1-DC3E-86B2-379DE240871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F8CC7A-BFC7-CFD0-D09F-C1E6852333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97A87D-0F0A-A542-9B2C-B22AEC7EC83F}" type="datetimeFigureOut">
              <a:rPr lang="en-US" smtClean="0"/>
              <a:t>9/27/26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1D566B-1009-9791-9B6B-314447D654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4C4A11-97EB-E11A-4443-3913715E4F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A9E91B-48B1-CF4E-9F67-F7E4B9AD11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84912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52132C7-A933-A629-C168-C056F50B76C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75F7889-3D2D-1C3A-28CD-BB973177653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6A3CEA-9E7C-8934-E026-8A49F671B2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97A87D-0F0A-A542-9B2C-B22AEC7EC83F}" type="datetimeFigureOut">
              <a:rPr lang="en-US" smtClean="0"/>
              <a:t>9/27/26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FBA05F-4595-7716-5A9A-91FDED3064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1AE190-7141-BA5A-28BF-973AD9A2D4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A9E91B-48B1-CF4E-9F67-F7E4B9AD11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35986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0873F10-E8D0-8207-A17F-23E9136CF7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A770527-A4FD-C7DE-C15A-FB33EC2036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F03FC1-EF56-F186-B21D-334C2273D32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797A87D-0F0A-A542-9B2C-B22AEC7EC83F}" type="datetimeFigureOut">
              <a:rPr lang="en-US" smtClean="0"/>
              <a:t>9/27/26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5FC605-09C3-5C1D-DF09-D31439161C7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A1A9A2-55AE-8E8B-A2ED-D373CB55A5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5A9E91B-48B1-CF4E-9F67-F7E4B9AD11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45946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2508EB5-600D-8A1F-B26B-8F3F47BE17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"/>
            <a:ext cx="12192000" cy="685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61397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02F4F9-689D-17CE-4993-1FD5FA458F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EBAE733-FDEA-DDEB-6FC5-33510E5FFA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"/>
            <a:ext cx="12192000" cy="685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85671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98D017-1F0C-59F3-3296-2B04AD7782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6754321-E168-36E2-3E76-094B370863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"/>
            <a:ext cx="12192000" cy="685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3852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FBA79B-0758-B17F-A2C2-97B49435E0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7D1CF62-E939-E597-62FE-FD82108FFC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"/>
            <a:ext cx="12192000" cy="685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10164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9D53131-AA1B-C1A2-42C3-5EB41F01DB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"/>
            <a:ext cx="12192000" cy="685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58164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8A47F26-6B34-81BE-2DEB-8742FCE53B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1219848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0350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5FF0E20-5108-D20B-5B69-0B20603EEC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"/>
            <a:ext cx="12192000" cy="685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36669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95C7D77-B509-ADD7-E7B2-69DAE054EC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"/>
            <a:ext cx="12192000" cy="685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99723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0</Words>
  <Application>Microsoft Macintosh PowerPoint</Application>
  <PresentationFormat>Widescreen</PresentationFormat>
  <Paragraphs>0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Ashley Hiscocks</dc:creator>
  <cp:lastModifiedBy>Ashley Hiscocks</cp:lastModifiedBy>
  <cp:revision>1</cp:revision>
  <dcterms:created xsi:type="dcterms:W3CDTF">2026-09-27T12:12:31Z</dcterms:created>
  <dcterms:modified xsi:type="dcterms:W3CDTF">2026-09-27T12:21:35Z</dcterms:modified>
</cp:coreProperties>
</file>